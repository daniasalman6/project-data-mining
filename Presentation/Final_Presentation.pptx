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75" r:id="rId1"/>
  </p:sldMasterIdLst>
  <p:notesMasterIdLst>
    <p:notesMasterId r:id="rId28"/>
  </p:notesMasterIdLst>
  <p:sldIdLst>
    <p:sldId id="256" r:id="rId2"/>
    <p:sldId id="257" r:id="rId3"/>
    <p:sldId id="270" r:id="rId4"/>
    <p:sldId id="258" r:id="rId5"/>
    <p:sldId id="276" r:id="rId6"/>
    <p:sldId id="277" r:id="rId7"/>
    <p:sldId id="278" r:id="rId8"/>
    <p:sldId id="279" r:id="rId9"/>
    <p:sldId id="280" r:id="rId10"/>
    <p:sldId id="281" r:id="rId11"/>
    <p:sldId id="282" r:id="rId12"/>
    <p:sldId id="283" r:id="rId13"/>
    <p:sldId id="284" r:id="rId14"/>
    <p:sldId id="285" r:id="rId15"/>
    <p:sldId id="286" r:id="rId16"/>
    <p:sldId id="268" r:id="rId17"/>
    <p:sldId id="264" r:id="rId18"/>
    <p:sldId id="263" r:id="rId19"/>
    <p:sldId id="265" r:id="rId20"/>
    <p:sldId id="260" r:id="rId21"/>
    <p:sldId id="261" r:id="rId22"/>
    <p:sldId id="266" r:id="rId23"/>
    <p:sldId id="267" r:id="rId24"/>
    <p:sldId id="273" r:id="rId25"/>
    <p:sldId id="269" r:id="rId26"/>
    <p:sldId id="275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7D17B82-5527-4661-8B13-DC96109D97FA}" v="17" dt="2025-12-03T05:43:29.74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84"/>
  </p:normalViewPr>
  <p:slideViewPr>
    <p:cSldViewPr snapToGrid="0">
      <p:cViewPr varScale="1">
        <p:scale>
          <a:sx n="75" d="100"/>
          <a:sy n="75" d="100"/>
        </p:scale>
        <p:origin x="830" y="48"/>
      </p:cViewPr>
      <p:guideLst/>
    </p:cSldViewPr>
  </p:slideViewPr>
  <p:notesTextViewPr>
    <p:cViewPr>
      <p:scale>
        <a:sx n="1" d="1"/>
        <a:sy n="1" d="1"/>
      </p:scale>
      <p:origin x="0" y="-72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ma Francis" userId="1a28f87ee4f117f1" providerId="LiveId" clId="{41D06EC1-1E87-41B1-83A3-CDDFA7DD00B1}"/>
    <pc:docChg chg="custSel addSld modSld sldOrd">
      <pc:chgData name="Emma Francis" userId="1a28f87ee4f117f1" providerId="LiveId" clId="{41D06EC1-1E87-41B1-83A3-CDDFA7DD00B1}" dt="2025-12-03T05:44:05.062" v="922" actId="1076"/>
      <pc:docMkLst>
        <pc:docMk/>
      </pc:docMkLst>
      <pc:sldChg chg="modSp mod">
        <pc:chgData name="Emma Francis" userId="1a28f87ee4f117f1" providerId="LiveId" clId="{41D06EC1-1E87-41B1-83A3-CDDFA7DD00B1}" dt="2025-12-02T16:12:47.435" v="186" actId="255"/>
        <pc:sldMkLst>
          <pc:docMk/>
          <pc:sldMk cId="2402511089" sldId="258"/>
        </pc:sldMkLst>
        <pc:spChg chg="mod">
          <ac:chgData name="Emma Francis" userId="1a28f87ee4f117f1" providerId="LiveId" clId="{41D06EC1-1E87-41B1-83A3-CDDFA7DD00B1}" dt="2025-12-02T16:12:47.435" v="186" actId="255"/>
          <ac:spMkLst>
            <pc:docMk/>
            <pc:sldMk cId="2402511089" sldId="258"/>
            <ac:spMk id="3" creationId="{C089B9FB-E92A-1D10-614D-C2AA1F1879FD}"/>
          </ac:spMkLst>
        </pc:spChg>
      </pc:sldChg>
      <pc:sldChg chg="addSp modSp mod ord">
        <pc:chgData name="Emma Francis" userId="1a28f87ee4f117f1" providerId="LiveId" clId="{41D06EC1-1E87-41B1-83A3-CDDFA7DD00B1}" dt="2025-12-03T05:41:50.580" v="860"/>
        <pc:sldMkLst>
          <pc:docMk/>
          <pc:sldMk cId="57324149" sldId="268"/>
        </pc:sldMkLst>
        <pc:spChg chg="mod">
          <ac:chgData name="Emma Francis" userId="1a28f87ee4f117f1" providerId="LiveId" clId="{41D06EC1-1E87-41B1-83A3-CDDFA7DD00B1}" dt="2025-12-02T16:16:15.063" v="208" actId="20577"/>
          <ac:spMkLst>
            <pc:docMk/>
            <pc:sldMk cId="57324149" sldId="268"/>
            <ac:spMk id="2" creationId="{0D61185C-DEE3-C661-0CB7-2BDF7166C9CA}"/>
          </ac:spMkLst>
        </pc:spChg>
        <pc:spChg chg="add mod">
          <ac:chgData name="Emma Francis" userId="1a28f87ee4f117f1" providerId="LiveId" clId="{41D06EC1-1E87-41B1-83A3-CDDFA7DD00B1}" dt="2025-12-02T16:25:04.298" v="407" actId="5793"/>
          <ac:spMkLst>
            <pc:docMk/>
            <pc:sldMk cId="57324149" sldId="268"/>
            <ac:spMk id="3" creationId="{A097D33B-F738-EFE3-8C42-11B0BEF144FC}"/>
          </ac:spMkLst>
        </pc:spChg>
      </pc:sldChg>
      <pc:sldChg chg="addSp delSp modSp new mod ord">
        <pc:chgData name="Emma Francis" userId="1a28f87ee4f117f1" providerId="LiveId" clId="{41D06EC1-1E87-41B1-83A3-CDDFA7DD00B1}" dt="2025-12-03T05:24:34.296" v="657"/>
        <pc:sldMkLst>
          <pc:docMk/>
          <pc:sldMk cId="4124866369" sldId="276"/>
        </pc:sldMkLst>
        <pc:spChg chg="mod">
          <ac:chgData name="Emma Francis" userId="1a28f87ee4f117f1" providerId="LiveId" clId="{41D06EC1-1E87-41B1-83A3-CDDFA7DD00B1}" dt="2025-12-03T05:17:01.266" v="498" actId="20577"/>
          <ac:spMkLst>
            <pc:docMk/>
            <pc:sldMk cId="4124866369" sldId="276"/>
            <ac:spMk id="2" creationId="{91927BB7-7700-3D3C-64FD-707B00D57277}"/>
          </ac:spMkLst>
        </pc:spChg>
        <pc:spChg chg="del">
          <ac:chgData name="Emma Francis" userId="1a28f87ee4f117f1" providerId="LiveId" clId="{41D06EC1-1E87-41B1-83A3-CDDFA7DD00B1}" dt="2025-12-03T05:15:34.672" v="424" actId="22"/>
          <ac:spMkLst>
            <pc:docMk/>
            <pc:sldMk cId="4124866369" sldId="276"/>
            <ac:spMk id="3" creationId="{50CFE24C-6E0E-0838-FAFA-9161F5FA82C5}"/>
          </ac:spMkLst>
        </pc:spChg>
        <pc:picChg chg="add mod ord">
          <ac:chgData name="Emma Francis" userId="1a28f87ee4f117f1" providerId="LiveId" clId="{41D06EC1-1E87-41B1-83A3-CDDFA7DD00B1}" dt="2025-12-03T05:15:47.801" v="428" actId="1076"/>
          <ac:picMkLst>
            <pc:docMk/>
            <pc:sldMk cId="4124866369" sldId="276"/>
            <ac:picMk id="5" creationId="{B462CCF8-A433-07DB-ED3B-BD2CB394B8DE}"/>
          </ac:picMkLst>
        </pc:picChg>
      </pc:sldChg>
      <pc:sldChg chg="addSp delSp modSp new mod ord">
        <pc:chgData name="Emma Francis" userId="1a28f87ee4f117f1" providerId="LiveId" clId="{41D06EC1-1E87-41B1-83A3-CDDFA7DD00B1}" dt="2025-12-03T05:24:23.557" v="655"/>
        <pc:sldMkLst>
          <pc:docMk/>
          <pc:sldMk cId="3127138522" sldId="277"/>
        </pc:sldMkLst>
        <pc:spChg chg="mod">
          <ac:chgData name="Emma Francis" userId="1a28f87ee4f117f1" providerId="LiveId" clId="{41D06EC1-1E87-41B1-83A3-CDDFA7DD00B1}" dt="2025-12-03T05:20:17.337" v="613" actId="255"/>
          <ac:spMkLst>
            <pc:docMk/>
            <pc:sldMk cId="3127138522" sldId="277"/>
            <ac:spMk id="2" creationId="{251A0C91-67B7-9BF3-A388-D2A6F4CBE3AD}"/>
          </ac:spMkLst>
        </pc:spChg>
        <pc:spChg chg="del">
          <ac:chgData name="Emma Francis" userId="1a28f87ee4f117f1" providerId="LiveId" clId="{41D06EC1-1E87-41B1-83A3-CDDFA7DD00B1}" dt="2025-12-03T05:20:21.876" v="614" actId="478"/>
          <ac:spMkLst>
            <pc:docMk/>
            <pc:sldMk cId="3127138522" sldId="277"/>
            <ac:spMk id="3" creationId="{BD84CFEB-7162-71DA-4494-653FE768A372}"/>
          </ac:spMkLst>
        </pc:spChg>
        <pc:picChg chg="add mod">
          <ac:chgData name="Emma Francis" userId="1a28f87ee4f117f1" providerId="LiveId" clId="{41D06EC1-1E87-41B1-83A3-CDDFA7DD00B1}" dt="2025-12-03T05:21:13.432" v="623" actId="1076"/>
          <ac:picMkLst>
            <pc:docMk/>
            <pc:sldMk cId="3127138522" sldId="277"/>
            <ac:picMk id="5" creationId="{E960255A-83AF-CB26-4852-8EDB51759804}"/>
          </ac:picMkLst>
        </pc:picChg>
        <pc:picChg chg="add mod modCrop">
          <ac:chgData name="Emma Francis" userId="1a28f87ee4f117f1" providerId="LiveId" clId="{41D06EC1-1E87-41B1-83A3-CDDFA7DD00B1}" dt="2025-12-03T05:21:43.784" v="627" actId="732"/>
          <ac:picMkLst>
            <pc:docMk/>
            <pc:sldMk cId="3127138522" sldId="277"/>
            <ac:picMk id="7" creationId="{14B1002A-E251-CE79-4D06-07F0DA0A915D}"/>
          </ac:picMkLst>
        </pc:picChg>
      </pc:sldChg>
      <pc:sldChg chg="addSp delSp modSp new mod">
        <pc:chgData name="Emma Francis" userId="1a28f87ee4f117f1" providerId="LiveId" clId="{41D06EC1-1E87-41B1-83A3-CDDFA7DD00B1}" dt="2025-12-03T05:23:58.252" v="652" actId="20577"/>
        <pc:sldMkLst>
          <pc:docMk/>
          <pc:sldMk cId="1919978328" sldId="278"/>
        </pc:sldMkLst>
        <pc:spChg chg="mod">
          <ac:chgData name="Emma Francis" userId="1a28f87ee4f117f1" providerId="LiveId" clId="{41D06EC1-1E87-41B1-83A3-CDDFA7DD00B1}" dt="2025-12-03T05:23:58.252" v="652" actId="20577"/>
          <ac:spMkLst>
            <pc:docMk/>
            <pc:sldMk cId="1919978328" sldId="278"/>
            <ac:spMk id="2" creationId="{5C3DCDDC-DB85-6D2E-64B2-5B81F71B92A8}"/>
          </ac:spMkLst>
        </pc:spChg>
        <pc:spChg chg="del">
          <ac:chgData name="Emma Francis" userId="1a28f87ee4f117f1" providerId="LiveId" clId="{41D06EC1-1E87-41B1-83A3-CDDFA7DD00B1}" dt="2025-12-03T05:23:28.612" v="629" actId="22"/>
          <ac:spMkLst>
            <pc:docMk/>
            <pc:sldMk cId="1919978328" sldId="278"/>
            <ac:spMk id="3" creationId="{5E68A057-FEFE-457E-DD14-61F5A87300D0}"/>
          </ac:spMkLst>
        </pc:spChg>
        <pc:picChg chg="add mod ord">
          <ac:chgData name="Emma Francis" userId="1a28f87ee4f117f1" providerId="LiveId" clId="{41D06EC1-1E87-41B1-83A3-CDDFA7DD00B1}" dt="2025-12-03T05:23:38.636" v="633" actId="1076"/>
          <ac:picMkLst>
            <pc:docMk/>
            <pc:sldMk cId="1919978328" sldId="278"/>
            <ac:picMk id="5" creationId="{1CFEF64C-D530-53AF-577C-C65696F6E1DA}"/>
          </ac:picMkLst>
        </pc:picChg>
      </pc:sldChg>
      <pc:sldChg chg="addSp delSp modSp new mod">
        <pc:chgData name="Emma Francis" userId="1a28f87ee4f117f1" providerId="LiveId" clId="{41D06EC1-1E87-41B1-83A3-CDDFA7DD00B1}" dt="2025-12-03T05:25:48.523" v="675" actId="1076"/>
        <pc:sldMkLst>
          <pc:docMk/>
          <pc:sldMk cId="4284419568" sldId="279"/>
        </pc:sldMkLst>
        <pc:spChg chg="mod">
          <ac:chgData name="Emma Francis" userId="1a28f87ee4f117f1" providerId="LiveId" clId="{41D06EC1-1E87-41B1-83A3-CDDFA7DD00B1}" dt="2025-12-03T05:25:41.269" v="672" actId="20577"/>
          <ac:spMkLst>
            <pc:docMk/>
            <pc:sldMk cId="4284419568" sldId="279"/>
            <ac:spMk id="2" creationId="{18A1BAB6-0B04-D715-99C2-1AFB743CE449}"/>
          </ac:spMkLst>
        </pc:spChg>
        <pc:spChg chg="del">
          <ac:chgData name="Emma Francis" userId="1a28f87ee4f117f1" providerId="LiveId" clId="{41D06EC1-1E87-41B1-83A3-CDDFA7DD00B1}" dt="2025-12-03T05:25:25.282" v="658" actId="22"/>
          <ac:spMkLst>
            <pc:docMk/>
            <pc:sldMk cId="4284419568" sldId="279"/>
            <ac:spMk id="3" creationId="{9291F021-817C-1124-23B9-4ED96127C984}"/>
          </ac:spMkLst>
        </pc:spChg>
        <pc:picChg chg="add mod ord">
          <ac:chgData name="Emma Francis" userId="1a28f87ee4f117f1" providerId="LiveId" clId="{41D06EC1-1E87-41B1-83A3-CDDFA7DD00B1}" dt="2025-12-03T05:25:48.523" v="675" actId="1076"/>
          <ac:picMkLst>
            <pc:docMk/>
            <pc:sldMk cId="4284419568" sldId="279"/>
            <ac:picMk id="5" creationId="{588C5190-1805-5094-9D9D-9C8E03AE3D4B}"/>
          </ac:picMkLst>
        </pc:picChg>
      </pc:sldChg>
      <pc:sldChg chg="addSp delSp modSp new mod">
        <pc:chgData name="Emma Francis" userId="1a28f87ee4f117f1" providerId="LiveId" clId="{41D06EC1-1E87-41B1-83A3-CDDFA7DD00B1}" dt="2025-12-03T05:28:37.860" v="705" actId="14100"/>
        <pc:sldMkLst>
          <pc:docMk/>
          <pc:sldMk cId="628236639" sldId="280"/>
        </pc:sldMkLst>
        <pc:spChg chg="mod">
          <ac:chgData name="Emma Francis" userId="1a28f87ee4f117f1" providerId="LiveId" clId="{41D06EC1-1E87-41B1-83A3-CDDFA7DD00B1}" dt="2025-12-03T05:28:12.151" v="700" actId="20577"/>
          <ac:spMkLst>
            <pc:docMk/>
            <pc:sldMk cId="628236639" sldId="280"/>
            <ac:spMk id="2" creationId="{F884975E-D18A-6B2A-1347-5BACF48DEA7D}"/>
          </ac:spMkLst>
        </pc:spChg>
        <pc:spChg chg="del">
          <ac:chgData name="Emma Francis" userId="1a28f87ee4f117f1" providerId="LiveId" clId="{41D06EC1-1E87-41B1-83A3-CDDFA7DD00B1}" dt="2025-12-03T05:28:26.633" v="701" actId="478"/>
          <ac:spMkLst>
            <pc:docMk/>
            <pc:sldMk cId="628236639" sldId="280"/>
            <ac:spMk id="3" creationId="{28DA7139-85C3-EF58-28D1-652BB9AD5923}"/>
          </ac:spMkLst>
        </pc:spChg>
        <pc:picChg chg="add mod">
          <ac:chgData name="Emma Francis" userId="1a28f87ee4f117f1" providerId="LiveId" clId="{41D06EC1-1E87-41B1-83A3-CDDFA7DD00B1}" dt="2025-12-03T05:28:37.860" v="705" actId="14100"/>
          <ac:picMkLst>
            <pc:docMk/>
            <pc:sldMk cId="628236639" sldId="280"/>
            <ac:picMk id="5" creationId="{3BC982DC-7FC2-867A-9BAB-B4010AC66475}"/>
          </ac:picMkLst>
        </pc:picChg>
      </pc:sldChg>
      <pc:sldChg chg="addSp delSp modSp new mod">
        <pc:chgData name="Emma Francis" userId="1a28f87ee4f117f1" providerId="LiveId" clId="{41D06EC1-1E87-41B1-83A3-CDDFA7DD00B1}" dt="2025-12-03T05:29:58.656" v="735" actId="1076"/>
        <pc:sldMkLst>
          <pc:docMk/>
          <pc:sldMk cId="4002411622" sldId="281"/>
        </pc:sldMkLst>
        <pc:spChg chg="mod">
          <ac:chgData name="Emma Francis" userId="1a28f87ee4f117f1" providerId="LiveId" clId="{41D06EC1-1E87-41B1-83A3-CDDFA7DD00B1}" dt="2025-12-03T05:29:43.019" v="728" actId="20577"/>
          <ac:spMkLst>
            <pc:docMk/>
            <pc:sldMk cId="4002411622" sldId="281"/>
            <ac:spMk id="2" creationId="{C0C8A902-CF16-A61A-0690-1B7ACCF4C5F3}"/>
          </ac:spMkLst>
        </pc:spChg>
        <pc:spChg chg="del">
          <ac:chgData name="Emma Francis" userId="1a28f87ee4f117f1" providerId="LiveId" clId="{41D06EC1-1E87-41B1-83A3-CDDFA7DD00B1}" dt="2025-12-03T05:29:47.063" v="729" actId="478"/>
          <ac:spMkLst>
            <pc:docMk/>
            <pc:sldMk cId="4002411622" sldId="281"/>
            <ac:spMk id="3" creationId="{5ACA0535-B294-D1F8-660A-0E0A760E0345}"/>
          </ac:spMkLst>
        </pc:spChg>
        <pc:picChg chg="add mod">
          <ac:chgData name="Emma Francis" userId="1a28f87ee4f117f1" providerId="LiveId" clId="{41D06EC1-1E87-41B1-83A3-CDDFA7DD00B1}" dt="2025-12-03T05:29:58.656" v="735" actId="1076"/>
          <ac:picMkLst>
            <pc:docMk/>
            <pc:sldMk cId="4002411622" sldId="281"/>
            <ac:picMk id="5" creationId="{54A09A78-C6B1-5533-116D-FE6F07F916E2}"/>
          </ac:picMkLst>
        </pc:picChg>
      </pc:sldChg>
      <pc:sldChg chg="addSp delSp modSp new mod">
        <pc:chgData name="Emma Francis" userId="1a28f87ee4f117f1" providerId="LiveId" clId="{41D06EC1-1E87-41B1-83A3-CDDFA7DD00B1}" dt="2025-12-03T05:35:14.491" v="760" actId="1076"/>
        <pc:sldMkLst>
          <pc:docMk/>
          <pc:sldMk cId="4272821383" sldId="282"/>
        </pc:sldMkLst>
        <pc:spChg chg="mod">
          <ac:chgData name="Emma Francis" userId="1a28f87ee4f117f1" providerId="LiveId" clId="{41D06EC1-1E87-41B1-83A3-CDDFA7DD00B1}" dt="2025-12-03T05:35:01.750" v="755" actId="20577"/>
          <ac:spMkLst>
            <pc:docMk/>
            <pc:sldMk cId="4272821383" sldId="282"/>
            <ac:spMk id="2" creationId="{F6741F03-27C7-7A86-6708-56650C6FD952}"/>
          </ac:spMkLst>
        </pc:spChg>
        <pc:spChg chg="del">
          <ac:chgData name="Emma Francis" userId="1a28f87ee4f117f1" providerId="LiveId" clId="{41D06EC1-1E87-41B1-83A3-CDDFA7DD00B1}" dt="2025-12-03T05:35:05.574" v="756" actId="478"/>
          <ac:spMkLst>
            <pc:docMk/>
            <pc:sldMk cId="4272821383" sldId="282"/>
            <ac:spMk id="3" creationId="{25B7D8B8-A8C3-D8E0-191C-8F8652594DFF}"/>
          </ac:spMkLst>
        </pc:spChg>
        <pc:picChg chg="add mod">
          <ac:chgData name="Emma Francis" userId="1a28f87ee4f117f1" providerId="LiveId" clId="{41D06EC1-1E87-41B1-83A3-CDDFA7DD00B1}" dt="2025-12-03T05:35:14.491" v="760" actId="1076"/>
          <ac:picMkLst>
            <pc:docMk/>
            <pc:sldMk cId="4272821383" sldId="282"/>
            <ac:picMk id="5" creationId="{97338CA9-7D50-672F-032C-FFF4B2120FFD}"/>
          </ac:picMkLst>
        </pc:picChg>
      </pc:sldChg>
      <pc:sldChg chg="addSp delSp modSp new mod">
        <pc:chgData name="Emma Francis" userId="1a28f87ee4f117f1" providerId="LiveId" clId="{41D06EC1-1E87-41B1-83A3-CDDFA7DD00B1}" dt="2025-12-03T05:36:55.614" v="797" actId="20577"/>
        <pc:sldMkLst>
          <pc:docMk/>
          <pc:sldMk cId="3215791977" sldId="283"/>
        </pc:sldMkLst>
        <pc:spChg chg="mod">
          <ac:chgData name="Emma Francis" userId="1a28f87ee4f117f1" providerId="LiveId" clId="{41D06EC1-1E87-41B1-83A3-CDDFA7DD00B1}" dt="2025-12-03T05:36:55.614" v="797" actId="20577"/>
          <ac:spMkLst>
            <pc:docMk/>
            <pc:sldMk cId="3215791977" sldId="283"/>
            <ac:spMk id="2" creationId="{986D1739-4829-45AD-3772-5319F6DBEB55}"/>
          </ac:spMkLst>
        </pc:spChg>
        <pc:spChg chg="del">
          <ac:chgData name="Emma Francis" userId="1a28f87ee4f117f1" providerId="LiveId" clId="{41D06EC1-1E87-41B1-83A3-CDDFA7DD00B1}" dt="2025-12-03T05:36:29.849" v="762" actId="478"/>
          <ac:spMkLst>
            <pc:docMk/>
            <pc:sldMk cId="3215791977" sldId="283"/>
            <ac:spMk id="3" creationId="{5AB59D44-94A6-C41C-F890-AEEEC109B2C7}"/>
          </ac:spMkLst>
        </pc:spChg>
        <pc:picChg chg="add mod">
          <ac:chgData name="Emma Francis" userId="1a28f87ee4f117f1" providerId="LiveId" clId="{41D06EC1-1E87-41B1-83A3-CDDFA7DD00B1}" dt="2025-12-03T05:36:35.760" v="765" actId="14100"/>
          <ac:picMkLst>
            <pc:docMk/>
            <pc:sldMk cId="3215791977" sldId="283"/>
            <ac:picMk id="5" creationId="{19FF9ADA-1530-8537-FCD6-F1B5C01ABA72}"/>
          </ac:picMkLst>
        </pc:picChg>
      </pc:sldChg>
      <pc:sldChg chg="addSp delSp modSp new mod">
        <pc:chgData name="Emma Francis" userId="1a28f87ee4f117f1" providerId="LiveId" clId="{41D06EC1-1E87-41B1-83A3-CDDFA7DD00B1}" dt="2025-12-03T05:39:30.442" v="825" actId="1076"/>
        <pc:sldMkLst>
          <pc:docMk/>
          <pc:sldMk cId="2298523515" sldId="284"/>
        </pc:sldMkLst>
        <pc:spChg chg="mod">
          <ac:chgData name="Emma Francis" userId="1a28f87ee4f117f1" providerId="LiveId" clId="{41D06EC1-1E87-41B1-83A3-CDDFA7DD00B1}" dt="2025-12-03T05:38:03.508" v="820" actId="20577"/>
          <ac:spMkLst>
            <pc:docMk/>
            <pc:sldMk cId="2298523515" sldId="284"/>
            <ac:spMk id="2" creationId="{23413804-F293-6675-AB48-9152B9EDB39E}"/>
          </ac:spMkLst>
        </pc:spChg>
        <pc:spChg chg="del">
          <ac:chgData name="Emma Francis" userId="1a28f87ee4f117f1" providerId="LiveId" clId="{41D06EC1-1E87-41B1-83A3-CDDFA7DD00B1}" dt="2025-12-03T05:39:21.749" v="821" actId="478"/>
          <ac:spMkLst>
            <pc:docMk/>
            <pc:sldMk cId="2298523515" sldId="284"/>
            <ac:spMk id="3" creationId="{7047CB78-32B7-3D70-6CF0-3B045BCCE7AB}"/>
          </ac:spMkLst>
        </pc:spChg>
        <pc:picChg chg="add mod">
          <ac:chgData name="Emma Francis" userId="1a28f87ee4f117f1" providerId="LiveId" clId="{41D06EC1-1E87-41B1-83A3-CDDFA7DD00B1}" dt="2025-12-03T05:39:30.442" v="825" actId="1076"/>
          <ac:picMkLst>
            <pc:docMk/>
            <pc:sldMk cId="2298523515" sldId="284"/>
            <ac:picMk id="5" creationId="{DC165BCD-CD3F-5FEE-3149-3A909EDBF1BA}"/>
          </ac:picMkLst>
        </pc:picChg>
      </pc:sldChg>
      <pc:sldChg chg="addSp delSp modSp new mod">
        <pc:chgData name="Emma Francis" userId="1a28f87ee4f117f1" providerId="LiveId" clId="{41D06EC1-1E87-41B1-83A3-CDDFA7DD00B1}" dt="2025-12-03T05:42:03.671" v="861" actId="1076"/>
        <pc:sldMkLst>
          <pc:docMk/>
          <pc:sldMk cId="3742934645" sldId="285"/>
        </pc:sldMkLst>
        <pc:spChg chg="mod">
          <ac:chgData name="Emma Francis" userId="1a28f87ee4f117f1" providerId="LiveId" clId="{41D06EC1-1E87-41B1-83A3-CDDFA7DD00B1}" dt="2025-12-03T05:39:41.842" v="848" actId="20577"/>
          <ac:spMkLst>
            <pc:docMk/>
            <pc:sldMk cId="3742934645" sldId="285"/>
            <ac:spMk id="2" creationId="{16229C68-6E2D-3D66-5693-B6937605D8F6}"/>
          </ac:spMkLst>
        </pc:spChg>
        <pc:spChg chg="del">
          <ac:chgData name="Emma Francis" userId="1a28f87ee4f117f1" providerId="LiveId" clId="{41D06EC1-1E87-41B1-83A3-CDDFA7DD00B1}" dt="2025-12-03T05:40:53.795" v="849" actId="478"/>
          <ac:spMkLst>
            <pc:docMk/>
            <pc:sldMk cId="3742934645" sldId="285"/>
            <ac:spMk id="3" creationId="{7907D0E0-3165-10ED-59CC-4C3DB9708F8E}"/>
          </ac:spMkLst>
        </pc:spChg>
        <pc:picChg chg="add mod">
          <ac:chgData name="Emma Francis" userId="1a28f87ee4f117f1" providerId="LiveId" clId="{41D06EC1-1E87-41B1-83A3-CDDFA7DD00B1}" dt="2025-12-03T05:42:03.671" v="861" actId="1076"/>
          <ac:picMkLst>
            <pc:docMk/>
            <pc:sldMk cId="3742934645" sldId="285"/>
            <ac:picMk id="5" creationId="{0956EF4C-B635-0B93-75A9-06CA26DE9441}"/>
          </ac:picMkLst>
        </pc:picChg>
      </pc:sldChg>
      <pc:sldChg chg="addSp delSp modSp new mod">
        <pc:chgData name="Emma Francis" userId="1a28f87ee4f117f1" providerId="LiveId" clId="{41D06EC1-1E87-41B1-83A3-CDDFA7DD00B1}" dt="2025-12-03T05:44:05.062" v="922" actId="1076"/>
        <pc:sldMkLst>
          <pc:docMk/>
          <pc:sldMk cId="1748006529" sldId="286"/>
        </pc:sldMkLst>
        <pc:spChg chg="mod">
          <ac:chgData name="Emma Francis" userId="1a28f87ee4f117f1" providerId="LiveId" clId="{41D06EC1-1E87-41B1-83A3-CDDFA7DD00B1}" dt="2025-12-03T05:42:47.139" v="879" actId="20577"/>
          <ac:spMkLst>
            <pc:docMk/>
            <pc:sldMk cId="1748006529" sldId="286"/>
            <ac:spMk id="2" creationId="{86A013A9-5EAC-67F8-2AEA-9F6F1D190EEC}"/>
          </ac:spMkLst>
        </pc:spChg>
        <pc:spChg chg="del">
          <ac:chgData name="Emma Francis" userId="1a28f87ee4f117f1" providerId="LiveId" clId="{41D06EC1-1E87-41B1-83A3-CDDFA7DD00B1}" dt="2025-12-03T05:42:49.827" v="880" actId="478"/>
          <ac:spMkLst>
            <pc:docMk/>
            <pc:sldMk cId="1748006529" sldId="286"/>
            <ac:spMk id="3" creationId="{18526FC0-8F39-CEF5-C50E-E1D74549ADA2}"/>
          </ac:spMkLst>
        </pc:spChg>
        <pc:spChg chg="add mod">
          <ac:chgData name="Emma Francis" userId="1a28f87ee4f117f1" providerId="LiveId" clId="{41D06EC1-1E87-41B1-83A3-CDDFA7DD00B1}" dt="2025-12-03T05:44:05.062" v="922" actId="1076"/>
          <ac:spMkLst>
            <pc:docMk/>
            <pc:sldMk cId="1748006529" sldId="286"/>
            <ac:spMk id="6" creationId="{39B88395-FC3E-6AB9-8BAF-C89469E40847}"/>
          </ac:spMkLst>
        </pc:spChg>
        <pc:picChg chg="add mod">
          <ac:chgData name="Emma Francis" userId="1a28f87ee4f117f1" providerId="LiveId" clId="{41D06EC1-1E87-41B1-83A3-CDDFA7DD00B1}" dt="2025-12-03T05:43:03.174" v="886" actId="14100"/>
          <ac:picMkLst>
            <pc:docMk/>
            <pc:sldMk cId="1748006529" sldId="286"/>
            <ac:picMk id="5" creationId="{B6DE2A1D-A53E-06D7-EDD9-1E2AC1ED4FEF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F179CE-8438-496C-8BC1-59B621BFFEBB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5E0D09-A73B-45C7-9595-EA62676DC5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3681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The logistic regression highlights the class imbalance of the data. The accuracy of the model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appears to be 97%. However, the model does not identify those who do not have a mental illness.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The AUC of 0.67 demonstrates that the logistic regression had modest discriminative ability.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The current model is not suitable for the data due to the class imbalance.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5E0D09-A73B-45C7-9595-EA62676DC56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9966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The independent/demographic variables do not explain sufficient variation in mental illness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prevalence. This model does not predict those without mental illness since there is significant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class imbalance.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5E0D09-A73B-45C7-9595-EA62676DC56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43872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When class imbalance is accounted for, a decent amount of individuals who do not have a mental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illness are identified. The model accuracy is now 76%, but identifies those without a mental illness.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The demographic/independent variables have modest predictive power now.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5E0D09-A73B-45C7-9595-EA62676DC56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5232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The improved logistic regression suggests that being older decreases the chance of having a mental illness, cohabitating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with others and substance use minimally increases the risk of having a mental illness. All demographic variables have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small impacts on mental illnesses.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5E0D09-A73B-45C7-9595-EA62676DC56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7334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The Random Forest model also had an accuracy of 97% and an AUC of 0.69, again having some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discriminative ability. This model also suffers from the class imbalance, having a recall of 0.04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for individuals without a mental illness. This model is extremely biased toward those who do have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 mental illness.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5E0D09-A73B-45C7-9595-EA62676DC56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44622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The random forest model demonstrates that region served, education status, and race are the most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significant predictors of mental illness. Sexual orientation, household composition, and age group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have some importance on the model. Sex, alcohol related disorder, drug substance disorder, and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veteran status do not contribute much to the model's predictions.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5E0D09-A73B-45C7-9595-EA62676DC56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723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When the class is balanced, the random forest model had a 75% accuracy and an AUC of 0.68.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The recall for those without a mental illness is 0.55 which improved from 0.04.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5E0D09-A73B-45C7-9595-EA62676DC56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1309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Region served, education status, and age group are the most influential predictors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of mental illness. Race, sexual orientation, and household consumption have some importance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on predicting mental illness. Sex,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alchohol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related disorder, drug substance disorder, and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veteran status did not contribute much to the model.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5E0D09-A73B-45C7-9595-EA62676DC56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2547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No correlation is above 0.51, so I do not think multicollinearity needs to be addressed.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5E0D09-A73B-45C7-9595-EA62676DC56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5417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The model accuracy is 76%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The demographic variables have modest predictive power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5E0D09-A73B-45C7-9595-EA62676DC56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86643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2025/12/2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0038803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2025/12/2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606470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2025/12/2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107788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2025/12/2</a:t>
            </a:fld>
            <a:endParaRPr kumimoji="1"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17821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2025/12/2</a:t>
            </a:fld>
            <a:endParaRPr kumimoji="1"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117698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2025/12/2</a:t>
            </a:fld>
            <a:endParaRPr kumimoji="1"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945137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2025/12/2</a:t>
            </a:fld>
            <a:endParaRPr kumimoji="1"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449308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2025/12/2</a:t>
            </a:fld>
            <a:endParaRPr kumimoji="1"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68547029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74133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2025/12/2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289601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2025/12/2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6670922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2025/12/2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379925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2025/12/2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180354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2025/12/2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5933228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2025/12/2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7337606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2025/12/2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883720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CB63CC-3986-A348-B522-7E03CA4B0442}" type="datetimeFigureOut">
              <a:rPr kumimoji="1" lang="zh-TW" altLang="en-US" smtClean="0"/>
              <a:t>2025/12/2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2447290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6" r:id="rId1"/>
    <p:sldLayoutId id="2147483877" r:id="rId2"/>
    <p:sldLayoutId id="2147483878" r:id="rId3"/>
    <p:sldLayoutId id="2147483879" r:id="rId4"/>
    <p:sldLayoutId id="2147483880" r:id="rId5"/>
    <p:sldLayoutId id="2147483881" r:id="rId6"/>
    <p:sldLayoutId id="2147483882" r:id="rId7"/>
    <p:sldLayoutId id="2147483883" r:id="rId8"/>
    <p:sldLayoutId id="2147483884" r:id="rId9"/>
    <p:sldLayoutId id="2147483885" r:id="rId10"/>
    <p:sldLayoutId id="2147483886" r:id="rId11"/>
    <p:sldLayoutId id="2147483887" r:id="rId12"/>
    <p:sldLayoutId id="2147483888" r:id="rId13"/>
    <p:sldLayoutId id="2147483889" r:id="rId14"/>
    <p:sldLayoutId id="2147483890" r:id="rId15"/>
    <p:sldLayoutId id="2147483891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.ny.gov/Human-Services/Patient-Characteristics-Survey-PCS-2019/urn3-ezfe/about_data" TargetMode="External"/><Relationship Id="rId2" Type="http://schemas.openxmlformats.org/officeDocument/2006/relationships/hyperlink" Target="https://github.com/daniasalman6/Project-Data-Mining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83EA046-62E9-874E-BEE2-11E963BA91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7" y="1612054"/>
            <a:ext cx="7766936" cy="1646302"/>
          </a:xfrm>
        </p:spPr>
        <p:txBody>
          <a:bodyPr/>
          <a:lstStyle/>
          <a:p>
            <a:pPr algn="l"/>
            <a:r>
              <a:rPr lang="en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Mental Health Patterns and Living Situations in New York State</a:t>
            </a:r>
            <a:endParaRPr kumimoji="1" lang="zh-TW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D16BB889-F454-2CB7-2E78-AAB5EBDED7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7067" y="3806231"/>
            <a:ext cx="7766936" cy="1646302"/>
          </a:xfrm>
        </p:spPr>
        <p:txBody>
          <a:bodyPr>
            <a:normAutofit/>
          </a:bodyPr>
          <a:lstStyle/>
          <a:p>
            <a:pPr algn="ctr"/>
            <a:r>
              <a:rPr lang="en-IN" altLang="zh-TW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Dania Salman</a:t>
            </a:r>
          </a:p>
          <a:p>
            <a:pPr algn="ctr"/>
            <a:r>
              <a:rPr lang="en-IN" altLang="zh-TW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HENG-JUI CHU</a:t>
            </a:r>
          </a:p>
          <a:p>
            <a:pPr algn="ctr"/>
            <a:r>
              <a:rPr lang="en-IN" altLang="zh-TW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Emma Francis</a:t>
            </a:r>
          </a:p>
          <a:p>
            <a:pPr algn="ctr"/>
            <a:endParaRPr kumimoji="1" lang="zh-TW" alt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3571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2891BC3-7AFE-2384-DEB3-129363961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Source Links</a:t>
            </a:r>
            <a:endParaRPr kumimoji="1" lang="zh-TW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B474D46-9BC6-2BDD-7BA8-C30AE216FB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930400"/>
            <a:ext cx="7968826" cy="388077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kumimoji="1"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Hub:</a:t>
            </a:r>
          </a:p>
          <a:p>
            <a:pPr marL="0" indent="0">
              <a:buNone/>
            </a:pPr>
            <a:r>
              <a:rPr kumimoji="1" lang="en-US" altLang="zh-TW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https://github.com/daniasalman6/Project-Data-Mining</a:t>
            </a:r>
            <a:endParaRPr kumimoji="1"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kumimoji="1"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Link:</a:t>
            </a:r>
          </a:p>
          <a:p>
            <a:pPr marL="0" indent="0">
              <a:buNone/>
            </a:pPr>
            <a:r>
              <a:rPr kumimoji="1" lang="en-US" altLang="zh-TW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https://data.ny.gov/Human-Services/Patient-Characteristics-Survey-PCS-2019/urn3-ezfe/about_data</a:t>
            </a:r>
            <a:endParaRPr kumimoji="1"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PCS 2019 dataset provides comprehensive information on mental health services and client characteristics across New York State.</a:t>
            </a:r>
          </a:p>
          <a:p>
            <a:pPr marL="0" indent="0">
              <a:buNone/>
            </a:pPr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kumimoji="1"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536500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CD19F-E01E-3D48-753B-9D656EBDA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FFB6820-A860-9329-7C80-A2FDFE3462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cleaning</a:t>
            </a:r>
            <a:endParaRPr kumimoji="1" lang="zh-TW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A55CBFD-61CB-C6F0-4B9F-8C78BD30C2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930400"/>
            <a:ext cx="7968826" cy="3880773"/>
          </a:xfrm>
        </p:spPr>
        <p:txBody>
          <a:bodyPr>
            <a:normAutofit/>
          </a:bodyPr>
          <a:lstStyle/>
          <a:p>
            <a:r>
              <a:rPr lang="en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Convert “Unknown” to missing values</a:t>
            </a:r>
          </a:p>
          <a:p>
            <a:r>
              <a:rPr kumimoji="1" lang="en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Remove missing values</a:t>
            </a:r>
            <a:endParaRPr kumimoji="1" lang="en-US" altLang="zh-TW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kumimoji="1"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146737 observations after data cleaning</a:t>
            </a:r>
            <a:endParaRPr kumimoji="1" lang="en" altLang="zh-TW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67252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014A05-4AD5-A7DA-D25B-F3B6AAC29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60FFB76-1144-302C-02EB-F44BA8505B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Smart Question 1</a:t>
            </a:r>
            <a:endParaRPr kumimoji="1" lang="zh-TW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089B9FB-E92A-1D10-614D-C2AA1F1879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930400"/>
            <a:ext cx="7968826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well can demographic characteristics predict whether an adult has a diagnosed mental illness in New York State using PCS 2019 data?</a:t>
            </a:r>
          </a:p>
        </p:txBody>
      </p:sp>
    </p:spTree>
    <p:extLst>
      <p:ext uri="{BB962C8B-B14F-4D97-AF65-F5344CB8AC3E}">
        <p14:creationId xmlns:p14="http://schemas.microsoft.com/office/powerpoint/2010/main" val="24025110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27BB7-7700-3D3C-64FD-707B00D57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200" dirty="0"/>
              <a:t>Class Imbalance: Over 90% of individuals in New York reported having a mental illness</a:t>
            </a:r>
            <a:br>
              <a:rPr lang="en-US" dirty="0"/>
            </a:b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462CCF8-A433-07DB-ED3B-BD2CB394B8D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44880" y="1373652"/>
            <a:ext cx="6461760" cy="5187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48663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1A0C91-67B7-9BF3-A388-D2A6F4CBE3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Mental health prevalence is roughly the same among all races and genders…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60255A-83AF-CB26-4852-8EDB517598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7709" y="1270000"/>
            <a:ext cx="5217331" cy="25884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4B1002A-E251-CE79-4D06-07F0DA0A915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087709" y="3956951"/>
            <a:ext cx="5217331" cy="2573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7138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DCDDC-DB85-6D2E-64B2-5B81F71B92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Logistic Regression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CFEF64C-D530-53AF-577C-C65696F6E1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812279" y="2011415"/>
            <a:ext cx="5726441" cy="4576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9783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1BAB6-0B04-D715-99C2-1AFB743CE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Odds Ratios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88C5190-1805-5094-9D9D-9C8E03AE3D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060439" y="1353525"/>
            <a:ext cx="6813561" cy="5007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44195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84975E-D18A-6B2A-1347-5BACF48DE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Balancing Class Weight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C982DC-7FC2-867A-9BAB-B4010AC664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0800" y="1439494"/>
            <a:ext cx="6380479" cy="5066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82366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C8A902-CF16-A61A-0690-1B7ACCF4C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Balancing Class Weight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A09A78-C6B1-5533-116D-FE6F07F916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6934" y="1615440"/>
            <a:ext cx="6804928" cy="4399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4116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41F03-27C7-7A86-6708-56650C6FD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Forest Model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338CA9-7D50-672F-032C-FFF4B2120F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831" y="1399942"/>
            <a:ext cx="6325129" cy="5037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28213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6D1739-4829-45AD-3772-5319F6DBE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Forest Feature Importance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9FF9ADA-1530-8537-FCD6-F1B5C01ABA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251" y="1975517"/>
            <a:ext cx="6809909" cy="4272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57919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413804-F293-6675-AB48-9152B9EDB3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Balancing Class Weight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165BCD-CD3F-5FEE-3149-3A909EDBF1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334" y="1550536"/>
            <a:ext cx="6350169" cy="5023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85235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29C68-6E2D-3D66-5693-B6937605D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Balancing Class Weight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56EF4C-B635-0B93-75A9-06CA26DE94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334" y="1930400"/>
            <a:ext cx="6907118" cy="4141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29346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A013A9-5EAC-67F8-2AEA-9F6F1D190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Correlation Matrix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DE2A1D-A53E-06D7-EDD9-1E2AC1ED4F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334" y="1643247"/>
            <a:ext cx="5982962" cy="470675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9B88395-FC3E-6AB9-8BAF-C89469E40847}"/>
              </a:ext>
            </a:extLst>
          </p:cNvPr>
          <p:cNvSpPr txBox="1"/>
          <p:nvPr/>
        </p:nvSpPr>
        <p:spPr>
          <a:xfrm>
            <a:off x="6660296" y="3630585"/>
            <a:ext cx="3373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*No correlation is above 0.51</a:t>
            </a:r>
          </a:p>
        </p:txBody>
      </p:sp>
    </p:spTree>
    <p:extLst>
      <p:ext uri="{BB962C8B-B14F-4D97-AF65-F5344CB8AC3E}">
        <p14:creationId xmlns:p14="http://schemas.microsoft.com/office/powerpoint/2010/main" val="17480065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3DD6C-74B6-A2ED-4EEE-80D97A224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D61185C-DEE3-C661-0CB7-2BDF7166C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Conclusions – SMART Question 1</a:t>
            </a:r>
            <a:endParaRPr kumimoji="1" lang="zh-TW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97D33B-F738-EFE3-8C42-11B0BEF144FC}"/>
              </a:ext>
            </a:extLst>
          </p:cNvPr>
          <p:cNvSpPr txBox="1"/>
          <p:nvPr/>
        </p:nvSpPr>
        <p:spPr>
          <a:xfrm>
            <a:off x="677334" y="1503680"/>
            <a:ext cx="8596668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 When class imbalance is accounted for, a decent amount of individuals who do not have a mental illness are identified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Being older decreases the chance of having a mental illness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Cohabitating with others and substance use minimally increases the risk of having a mental illness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All demographic variables have small impacts on mental illnesses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Region served, education status, and age group are the most influential predictors of mental illness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Race, sexual orientation, and household consumption have some importance on predicting mental illness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Sex, alcohol related disorder, drug substance disorder, and veteran status did not contribute much to the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endParaRPr 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3241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DC9559-9D56-282D-1248-6382FA80B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AC2D4F-2869-59AF-3DA2-1A234C52C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Smart Question 2</a:t>
            </a:r>
            <a:br>
              <a:rPr kumimoji="1"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1" lang="zh-TW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FADB854-6B60-B180-740D-C54E8522B8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930400"/>
            <a:ext cx="7968826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" altLang="zh-TW" sz="2800" dirty="0"/>
          </a:p>
        </p:txBody>
      </p:sp>
    </p:spTree>
    <p:extLst>
      <p:ext uri="{BB962C8B-B14F-4D97-AF65-F5344CB8AC3E}">
        <p14:creationId xmlns:p14="http://schemas.microsoft.com/office/powerpoint/2010/main" val="37589318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60669-C47B-CB10-3FF9-03E3FC00E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89DB35-23E6-6A55-8D66-90AB7C06F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Smart Question 3</a:t>
            </a:r>
            <a:br>
              <a:rPr kumimoji="1"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1" lang="zh-TW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EDC3A38-28DE-0E20-B548-F87A7A94D5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930400"/>
            <a:ext cx="7968826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" altLang="zh-TW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effectively can employment and related socioeconomic variables predict an individual’s living situation category in New York State using PCS 2019?</a:t>
            </a:r>
          </a:p>
          <a:p>
            <a:pPr marL="0" indent="0">
              <a:buNone/>
            </a:pPr>
            <a:endParaRPr kumimoji="1" lang="en-US" altLang="zh-TW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18501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E5E5E-07B2-D377-D854-81E9DF0E7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51FA20D-D7F1-50C5-8DC1-5FAFA1B36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Variables Description</a:t>
            </a:r>
            <a:endParaRPr kumimoji="1" lang="zh-TW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EA18CA6-AF8F-CCA2-0BD8-5B3B34C643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9399" y="1595120"/>
            <a:ext cx="999066" cy="335280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kumimoji="1"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22AF84E7-EFBA-4B16-45AA-A50BE317BE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79" y="1972363"/>
            <a:ext cx="2665306" cy="943557"/>
          </a:xfrm>
          <a:prstGeom prst="rect">
            <a:avLst/>
          </a:prstGeom>
        </p:spPr>
      </p:pic>
      <p:sp>
        <p:nvSpPr>
          <p:cNvPr id="7" name="內容版面配置區 2">
            <a:extLst>
              <a:ext uri="{FF2B5EF4-FFF2-40B4-BE49-F238E27FC236}">
                <a16:creationId xmlns:a16="http://schemas.microsoft.com/office/drawing/2014/main" id="{D74894E3-5B07-678F-8B1A-37B2A888AC22}"/>
              </a:ext>
            </a:extLst>
          </p:cNvPr>
          <p:cNvSpPr txBox="1">
            <a:spLocks/>
          </p:cNvSpPr>
          <p:nvPr/>
        </p:nvSpPr>
        <p:spPr>
          <a:xfrm>
            <a:off x="6572212" y="1595120"/>
            <a:ext cx="999066" cy="33528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Wingdings 3" charset="2"/>
              <a:buNone/>
            </a:pPr>
            <a:r>
              <a:rPr kumimoji="1"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752AD969-0B16-562F-A9DF-5DF90A3720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3127" y="1972363"/>
            <a:ext cx="3707506" cy="4480560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843048C3-76C1-256F-BA0F-A5572DBA11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2163" y="1972363"/>
            <a:ext cx="2097155" cy="3976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2854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04ACE-F3C8-1924-D512-35FECEE3A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5A2FCE7-440D-D78F-2BFB-3B4F294C04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Correlation Test</a:t>
            </a:r>
            <a:endParaRPr kumimoji="1" lang="zh-TW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35D44388-AC52-05E3-0AC5-AF25388483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10833" y="1259840"/>
            <a:ext cx="5293229" cy="5424739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15475E61-2D98-9978-6D9E-86293C90327C}"/>
              </a:ext>
            </a:extLst>
          </p:cNvPr>
          <p:cNvSpPr txBox="1"/>
          <p:nvPr/>
        </p:nvSpPr>
        <p:spPr>
          <a:xfrm>
            <a:off x="6004062" y="2844224"/>
            <a:ext cx="4025204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 Group with Education Status: 0.6</a:t>
            </a:r>
          </a:p>
          <a:p>
            <a:endParaRPr kumimoji="1" lang="en-US" altLang="zh-TW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kumimoji="1" lang="en-US" altLang="zh-TW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Medicaid Insurance with Private Insurance: 0.58</a:t>
            </a:r>
          </a:p>
          <a:p>
            <a:endParaRPr kumimoji="1" lang="en-US" altLang="zh-TW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kumimoji="1" lang="en-US" altLang="zh-TW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Medicare Insurance with SSDI Cash Assistance: 0.52</a:t>
            </a:r>
            <a:endParaRPr kumimoji="1" lang="zh-TW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00374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D3DD9-D89A-F2EB-6919-CE70849E1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001FFC7-C6FB-AC05-5AD6-BB620C7C5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Logistic Regression</a:t>
            </a:r>
            <a:endParaRPr kumimoji="1" lang="zh-TW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5B212666-7B97-BEEF-8789-AE8AD0413D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34" y="1930400"/>
            <a:ext cx="3897575" cy="13208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AABA0DA9-BC6F-433C-91E9-85C81D3D61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4598" y="1272628"/>
            <a:ext cx="4559300" cy="3911600"/>
          </a:xfrm>
          <a:prstGeom prst="rect">
            <a:avLst/>
          </a:prstGeom>
        </p:spPr>
      </p:pic>
      <p:sp>
        <p:nvSpPr>
          <p:cNvPr id="10" name="Rectangle 3">
            <a:extLst>
              <a:ext uri="{FF2B5EF4-FFF2-40B4-BE49-F238E27FC236}">
                <a16:creationId xmlns:a16="http://schemas.microsoft.com/office/drawing/2014/main" id="{94B32B22-CEAC-BE90-A16C-B177269632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8148" y="5186571"/>
            <a:ext cx="9360255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Weighted F1-score (0.58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Overall performance remains limited under imbalance.</a:t>
            </a:r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zh-TW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nstitutional Setting:</a:t>
            </a:r>
            <a:r>
              <a:rPr lang="zh-TW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Precision very low (0.02), showing poor identification of this minority class.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Other Living Situation:</a:t>
            </a:r>
            <a:r>
              <a:rPr lang="zh-TW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Recall moderate (0.52) but precision low (0.27).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Private Residence:</a:t>
            </a:r>
            <a:r>
              <a:rPr lang="zh-TW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Precision high (0.93) but recall only moderate (0.48).</a:t>
            </a:r>
          </a:p>
        </p:txBody>
      </p:sp>
    </p:spTree>
    <p:extLst>
      <p:ext uri="{BB962C8B-B14F-4D97-AF65-F5344CB8AC3E}">
        <p14:creationId xmlns:p14="http://schemas.microsoft.com/office/powerpoint/2010/main" val="4623381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282A0-C32F-8BDA-F2DC-9F9846A68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62AA46E-1690-E21E-13FB-BEC4044FC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Forest</a:t>
            </a:r>
            <a:endParaRPr kumimoji="1" lang="zh-TW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685D053-CCC1-5835-7C39-C526DEA0DD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34" y="1617980"/>
            <a:ext cx="3945466" cy="1905289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2ED3A259-C8DF-4798-953E-818189938C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7151" y="856922"/>
            <a:ext cx="4744720" cy="4070679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F7FFD6E1-5870-B0FF-7B4C-EF8F100CD1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2872" y="5204360"/>
            <a:ext cx="8561062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Weighted F1-score (0.62) </a:t>
            </a:r>
            <a:r>
              <a:rPr lang="en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Overall performance improves but is still limited by imbalance.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zh-TW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nstitutional Setting:</a:t>
            </a:r>
            <a:r>
              <a:rPr lang="zh-TW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Precision extremely low (0.02) despite higher recall (0.58).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Other Living Situation:</a:t>
            </a:r>
            <a:r>
              <a:rPr lang="zh-TW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Recall strong (0.70) but precision moderate (0.33).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Private Residence:</a:t>
            </a:r>
            <a:r>
              <a:rPr lang="zh-TW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Precision very high (0.94) with moderate recall (0.51).</a:t>
            </a:r>
          </a:p>
        </p:txBody>
      </p:sp>
    </p:spTree>
    <p:extLst>
      <p:ext uri="{BB962C8B-B14F-4D97-AF65-F5344CB8AC3E}">
        <p14:creationId xmlns:p14="http://schemas.microsoft.com/office/powerpoint/2010/main" val="13156031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E4377-4642-9750-1645-C98DF315F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47D5DD-8C31-C84D-0F33-BDD8180D5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SMOTE + Random Forest</a:t>
            </a:r>
            <a:endParaRPr kumimoji="1" lang="zh-TW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734A3F98-B750-D33A-27B1-436185CE0C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460" y="1930400"/>
            <a:ext cx="2514600" cy="2527300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A2235663-5921-5F74-DAA0-74B3D65800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4440" y="2057400"/>
            <a:ext cx="6045200" cy="2273300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96A93556-3242-BFBD-630F-6CABBBFA571F}"/>
              </a:ext>
            </a:extLst>
          </p:cNvPr>
          <p:cNvSpPr txBox="1"/>
          <p:nvPr/>
        </p:nvSpPr>
        <p:spPr>
          <a:xfrm>
            <a:off x="510988" y="4759823"/>
            <a:ext cx="9816353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Weighted F1-score(0.63) </a:t>
            </a:r>
            <a:r>
              <a:rPr lang="en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model shows improved and more balanced performance after applying SMOTE.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Institutional Setting:</a:t>
            </a:r>
            <a:r>
              <a:rPr lang="zh-TW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Recall improves to 0.52, though precision remains low (0.02).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Other Living Situation:</a:t>
            </a:r>
            <a:r>
              <a:rPr lang="zh-TW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Solid performance with recall at 0.69 and precision at 0.33.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Private Residence:</a:t>
            </a:r>
            <a:r>
              <a:rPr lang="zh-TW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Strong results with precision of 0.93 and improved recall of 0.53.</a:t>
            </a:r>
          </a:p>
          <a:p>
            <a:br>
              <a:rPr lang="en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61697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AE12B-733A-1C1D-B923-4E7016BF4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3F943BF-601C-F585-CC08-A5026AA67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SMOTE + Random Forest - </a:t>
            </a:r>
            <a:r>
              <a:rPr kumimoji="1" lang="en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Importance</a:t>
            </a:r>
            <a:br>
              <a:rPr lang="en" altLang="zh-TW" dirty="0"/>
            </a:br>
            <a:endParaRPr kumimoji="1" lang="zh-TW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3226CEE-ACEC-4D1E-1992-318343AEF2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910" y="1351281"/>
            <a:ext cx="8948677" cy="3576320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AC5FA890-7A04-6DE7-BCC0-3F168FC55782}"/>
              </a:ext>
            </a:extLst>
          </p:cNvPr>
          <p:cNvSpPr txBox="1"/>
          <p:nvPr/>
        </p:nvSpPr>
        <p:spPr>
          <a:xfrm>
            <a:off x="1327896" y="5207617"/>
            <a:ext cx="830019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Employment status</a:t>
            </a:r>
            <a:r>
              <a:rPr kumimoji="0" lang="zh-TW" altLang="zh-TW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is the strongest predictor.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Insurance coverage</a:t>
            </a:r>
            <a:r>
              <a:rPr kumimoji="0" lang="zh-TW" altLang="zh-TW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kumimoji="0" lang="zh-TW" altLang="zh-TW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cash assistance</a:t>
            </a:r>
            <a:r>
              <a:rPr kumimoji="0" lang="zh-TW" altLang="zh-TW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also rank highly.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Age</a:t>
            </a:r>
            <a:r>
              <a:rPr kumimoji="0" lang="zh-TW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zh-TW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(Child)</a:t>
            </a:r>
            <a:r>
              <a:rPr kumimoji="0" lang="zh-TW" altLang="zh-TW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and education</a:t>
            </a:r>
            <a:r>
              <a:rPr kumimoji="0" lang="zh-TW" altLang="zh-TW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contribute smaller but meaningful signals.</a:t>
            </a:r>
          </a:p>
        </p:txBody>
      </p:sp>
    </p:spTree>
    <p:extLst>
      <p:ext uri="{BB962C8B-B14F-4D97-AF65-F5344CB8AC3E}">
        <p14:creationId xmlns:p14="http://schemas.microsoft.com/office/powerpoint/2010/main" val="36395626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F745E-B205-9F11-6706-58E4491B25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0B93F13-6275-0C9C-4211-C9C1A60D9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 and Next Step</a:t>
            </a:r>
            <a:endParaRPr kumimoji="1" lang="zh-TW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B0C8911-6D1C-98C7-13E7-CEEB063867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930400"/>
            <a:ext cx="7968826" cy="3880773"/>
          </a:xfrm>
        </p:spPr>
        <p:txBody>
          <a:bodyPr>
            <a:normAutofit lnSpcReduction="10000"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Char char="p"/>
            </a:pPr>
            <a:r>
              <a:rPr lang="zh-TW" altLang="zh-TW" sz="2400" dirty="0">
                <a:solidFill>
                  <a:schemeClr val="tx1"/>
                </a:solidFill>
                <a:latin typeface="Arial" panose="020B0604020202020204" pitchFamily="34" charset="0"/>
              </a:rPr>
              <a:t>Severe class imbalance makes minority groups hard to model.</a:t>
            </a: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Char char="p"/>
            </a:pPr>
            <a:r>
              <a:rPr lang="zh-TW" altLang="zh-TW" sz="2400" dirty="0">
                <a:solidFill>
                  <a:schemeClr val="tx1"/>
                </a:solidFill>
                <a:latin typeface="Arial" panose="020B0604020202020204" pitchFamily="34" charset="0"/>
              </a:rPr>
              <a:t>Only categorical variables with many small levels increase overfitting risk.</a:t>
            </a:r>
          </a:p>
          <a:p>
            <a:pPr>
              <a:buFont typeface="Wingdings" pitchFamily="2" charset="2"/>
              <a:buChar char="p"/>
            </a:pPr>
            <a:endParaRPr kumimoji="1" lang="en" altLang="zh-TW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Char char="p"/>
            </a:pPr>
            <a:r>
              <a:rPr lang="en-US" altLang="zh-TW" sz="2400" dirty="0">
                <a:solidFill>
                  <a:schemeClr val="tx1"/>
                </a:solidFill>
                <a:latin typeface="Arial" panose="020B0604020202020204" pitchFamily="34" charset="0"/>
              </a:rPr>
              <a:t>Remove imbalance data or </a:t>
            </a:r>
            <a:r>
              <a:rPr lang="en" altLang="zh-TW" sz="2400" dirty="0">
                <a:solidFill>
                  <a:schemeClr val="tx1"/>
                </a:solidFill>
                <a:latin typeface="Arial" panose="020B0604020202020204" pitchFamily="34" charset="0"/>
              </a:rPr>
              <a:t>try</a:t>
            </a:r>
            <a:r>
              <a:rPr lang="zh-TW" altLang="zh-TW" sz="2400" dirty="0">
                <a:solidFill>
                  <a:schemeClr val="tx1"/>
                </a:solidFill>
                <a:latin typeface="Arial" panose="020B0604020202020204" pitchFamily="34" charset="0"/>
              </a:rPr>
              <a:t> advanced imbalance methods like Balanced RF or XGBoost with weights.</a:t>
            </a: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Char char="p"/>
            </a:pPr>
            <a:r>
              <a:rPr lang="zh-TW" altLang="zh-TW" sz="2400" dirty="0">
                <a:solidFill>
                  <a:schemeClr val="tx1"/>
                </a:solidFill>
                <a:latin typeface="Arial" panose="020B0604020202020204" pitchFamily="34" charset="0"/>
              </a:rPr>
              <a:t>Add continuous variables to strengthen </a:t>
            </a:r>
            <a:r>
              <a:rPr lang="en" altLang="zh-TW" sz="2400" dirty="0">
                <a:solidFill>
                  <a:schemeClr val="tx1"/>
                </a:solidFill>
                <a:latin typeface="Arial" panose="020B0604020202020204" pitchFamily="34" charset="0"/>
              </a:rPr>
              <a:t>the predictive</a:t>
            </a:r>
            <a:r>
              <a:rPr lang="zh-TW" altLang="zh-TW" sz="2400" dirty="0">
                <a:solidFill>
                  <a:schemeClr val="tx1"/>
                </a:solidFill>
                <a:latin typeface="Arial" panose="020B0604020202020204" pitchFamily="34" charset="0"/>
              </a:rPr>
              <a:t> signal.</a:t>
            </a: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Char char="p"/>
            </a:pPr>
            <a:r>
              <a:rPr lang="zh-TW" altLang="zh-TW" sz="2400" dirty="0">
                <a:solidFill>
                  <a:schemeClr val="tx1"/>
                </a:solidFill>
                <a:latin typeface="Arial" panose="020B0604020202020204" pitchFamily="34" charset="0"/>
              </a:rPr>
              <a:t>Analyze minority groups separately to avoid majority-class dominance.</a:t>
            </a:r>
          </a:p>
          <a:p>
            <a:pPr>
              <a:buFont typeface="Wingdings" pitchFamily="2" charset="2"/>
              <a:buChar char="p"/>
            </a:pPr>
            <a:endParaRPr kumimoji="1" lang="en" altLang="zh-TW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97F64AAF-60DB-C701-C50F-3CBCB4E9F6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zh-TW" altLang="zh-TW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60400EEE-D63B-3003-13CA-1BB8118BC5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zh-TW" altLang="zh-TW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07969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0CC05016-0DCB-5FFB-772D-EFC3DD0D1957}"/>
              </a:ext>
            </a:extLst>
          </p:cNvPr>
          <p:cNvSpPr txBox="1"/>
          <p:nvPr/>
        </p:nvSpPr>
        <p:spPr>
          <a:xfrm>
            <a:off x="2246587" y="2321004"/>
            <a:ext cx="6101254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1" lang="en-US" altLang="zh-TW" sz="13800" b="1" dirty="0">
                <a:solidFill>
                  <a:schemeClr val="accent1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END</a:t>
            </a:r>
            <a:endParaRPr kumimoji="1" lang="en" altLang="zh-TW" sz="13800" b="1" dirty="0">
              <a:solidFill>
                <a:schemeClr val="accent1"/>
              </a:solidFill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9538148"/>
      </p:ext>
    </p:extLst>
  </p:cSld>
  <p:clrMapOvr>
    <a:masterClrMapping/>
  </p:clrMapOvr>
</p:sld>
</file>

<file path=ppt/theme/theme1.xml><?xml version="1.0" encoding="utf-8"?>
<a:theme xmlns:a="http://schemas.openxmlformats.org/drawingml/2006/main" name="多面向">
  <a:themeElements>
    <a:clrScheme name="多面向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多面向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多面向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{0FFBD485-89BE-4C40-BD94-5869DE7AD0FA}tf10001060</Template>
  <TotalTime>260</TotalTime>
  <Words>1950</Words>
  <Application>Microsoft Office PowerPoint</Application>
  <PresentationFormat>Widescreen</PresentationFormat>
  <Paragraphs>122</Paragraphs>
  <Slides>26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4" baseType="lpstr">
      <vt:lpstr>Microsoft JhengHei</vt:lpstr>
      <vt:lpstr>Aptos</vt:lpstr>
      <vt:lpstr>Arial</vt:lpstr>
      <vt:lpstr>Times New Roman</vt:lpstr>
      <vt:lpstr>Trebuchet MS</vt:lpstr>
      <vt:lpstr>Wingdings</vt:lpstr>
      <vt:lpstr>Wingdings 3</vt:lpstr>
      <vt:lpstr>多面向</vt:lpstr>
      <vt:lpstr>Mental Health Patterns and Living Situations in New York State</vt:lpstr>
      <vt:lpstr>Source Links</vt:lpstr>
      <vt:lpstr>Data cleaning</vt:lpstr>
      <vt:lpstr>Smart Question 1</vt:lpstr>
      <vt:lpstr>Class Imbalance: Over 90% of individuals in New York reported having a mental illness </vt:lpstr>
      <vt:lpstr>Mental health prevalence is roughly the same among all races and genders…</vt:lpstr>
      <vt:lpstr>Logistic Regression</vt:lpstr>
      <vt:lpstr>Odds Ratios</vt:lpstr>
      <vt:lpstr>Balancing Class Weight</vt:lpstr>
      <vt:lpstr>Balancing Class Weight</vt:lpstr>
      <vt:lpstr>Random Forest Model</vt:lpstr>
      <vt:lpstr>Random Forest Feature Importance</vt:lpstr>
      <vt:lpstr>Balancing Class Weight</vt:lpstr>
      <vt:lpstr>Balancing Class Weight</vt:lpstr>
      <vt:lpstr>Correlation Matrix</vt:lpstr>
      <vt:lpstr>Conclusions – SMART Question 1</vt:lpstr>
      <vt:lpstr>Smart Question 2 </vt:lpstr>
      <vt:lpstr>Smart Question 3 </vt:lpstr>
      <vt:lpstr>Variables Description</vt:lpstr>
      <vt:lpstr>Correlation Test</vt:lpstr>
      <vt:lpstr>Logistic Regression</vt:lpstr>
      <vt:lpstr>Random Forest</vt:lpstr>
      <vt:lpstr>SMOTE + Random Forest</vt:lpstr>
      <vt:lpstr>SMOTE + Random Forest - Feature Importance </vt:lpstr>
      <vt:lpstr>Limitations and Next Step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恒瑞 朱</dc:creator>
  <cp:lastModifiedBy>Emma Francis</cp:lastModifiedBy>
  <cp:revision>1</cp:revision>
  <dcterms:created xsi:type="dcterms:W3CDTF">2025-12-02T00:53:55Z</dcterms:created>
  <dcterms:modified xsi:type="dcterms:W3CDTF">2025-12-03T05:44:06Z</dcterms:modified>
</cp:coreProperties>
</file>